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9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5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760" y="397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uniform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5760" y="219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9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05760" y="2820000"/>
            <a:ext cx="1700000" cy="47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5760" y="2905000"/>
            <a:ext cx="1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removed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05760" y="345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95760" y="345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5760" y="397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remove a redundant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block entirely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45760" y="1560000"/>
            <a:ext cx="34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85760" y="2190000"/>
            <a:ext cx="1700000" cy="47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20760" y="2190000"/>
            <a:ext cx="765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85760" y="2820000"/>
            <a:ext cx="1700000" cy="47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5760" y="2905000"/>
            <a:ext cx="1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removed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85760" y="3450000"/>
            <a:ext cx="1700000" cy="47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45760" y="3450000"/>
            <a:ext cx="34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5760" y="397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get different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ratios (green&lt;red)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5760" y="1560000"/>
            <a:ext cx="34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65760" y="2190000"/>
            <a:ext cx="1700000" cy="47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00760" y="2190000"/>
            <a:ext cx="765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65760" y="2820000"/>
            <a:ext cx="1700000" cy="47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60" y="2905000"/>
            <a:ext cx="1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65760" y="3450000"/>
            <a:ext cx="1700000" cy="47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125760" y="3450000"/>
            <a:ext cx="34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1465760" y="1795000"/>
            <a:ext cx="11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75760" y="1795000"/>
            <a:ext cx="0" cy="1890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465760" y="3685000"/>
            <a:ext cx="11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495760" y="2630000"/>
            <a:ext cx="6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65760" y="397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same-group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blocks (E_f)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158000"/>
            <a:ext cx="1143000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previous slide — but each step here is OUR contribution. Turn all three off (no removal, one group, no edges) and you are back at isomorphic pruning.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00000"/>
            <a:ext cx="11430000" cy="11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00000"/>
            <a:ext cx="150000" cy="1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760" y="1330000"/>
            <a:ext cx="720000" cy="7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760" y="139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5760" y="123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Not all blocks are needed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barely change the output — they could be removed ENTIRELY, not just shrunk. Uniform pruning keeps every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0000"/>
            <a:ext cx="11430000" cy="11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460000"/>
            <a:ext cx="150000" cy="11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760" y="2690000"/>
            <a:ext cx="720000" cy="72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60" y="275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5760" y="259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A300"/>
                </a:solidFill>
                <a:latin typeface="Calibri"/>
              </a:rPr>
              <a:t>Blocks differ in importance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A critical block and a near-redundant block get the SAME ratio. We over-prune the important one and waste budget on the redundant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20000"/>
            <a:ext cx="11430000" cy="11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20000"/>
            <a:ext cx="1500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760" y="4050000"/>
            <a:ext cx="720000" cy="7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60" y="411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5760" y="395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68B5"/>
                </a:solidFill>
                <a:latin typeface="Calibri"/>
              </a:rPr>
              <a:t>Blocks are functionally coupled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rise and fall in importance together. Their pruning decisions should influence each other — uniform pruning treats every block in isolation.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8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5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3576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20838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8100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5362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3838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838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1100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100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48362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8362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5624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5624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20000"/>
            <a:ext cx="110000" cy="8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33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3576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08380" y="283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5362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Oval 28"/>
          <p:cNvSpPr/>
          <p:nvPr/>
        </p:nvSpPr>
        <p:spPr>
          <a:xfrm>
            <a:off x="573838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3838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1" name="Oval 30"/>
          <p:cNvSpPr/>
          <p:nvPr/>
        </p:nvSpPr>
        <p:spPr>
          <a:xfrm>
            <a:off x="7611000" y="259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1000" y="268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3" name="Oval 32"/>
          <p:cNvSpPr/>
          <p:nvPr/>
        </p:nvSpPr>
        <p:spPr>
          <a:xfrm>
            <a:off x="948362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8362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5" name="Oval 34"/>
          <p:cNvSpPr/>
          <p:nvPr/>
        </p:nvSpPr>
        <p:spPr>
          <a:xfrm>
            <a:off x="1135624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5624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8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500000"/>
            <a:ext cx="110000" cy="8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760" y="351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{B0,B4} high → pruned less,  {B1,B3} low → pruned more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3576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208380" y="401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5362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86576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6576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45" name="Oval 44"/>
          <p:cNvSpPr/>
          <p:nvPr/>
        </p:nvSpPr>
        <p:spPr>
          <a:xfrm>
            <a:off x="573838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3838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47" name="Oval 46"/>
          <p:cNvSpPr/>
          <p:nvPr/>
        </p:nvSpPr>
        <p:spPr>
          <a:xfrm>
            <a:off x="7611000" y="377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11000" y="386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948362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362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51" name="Oval 50"/>
          <p:cNvSpPr/>
          <p:nvPr/>
        </p:nvSpPr>
        <p:spPr>
          <a:xfrm>
            <a:off x="1135624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5624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680000"/>
            <a:ext cx="110000" cy="8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5760" y="469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link similar blocks: B0–B4 and B1–B3 boost each other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33576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08380" y="519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95362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76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0760" y="4655000"/>
            <a:ext cx="749048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59124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7338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973380" y="4805000"/>
            <a:ext cx="374524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1862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386576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6576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66" name="Oval 65"/>
          <p:cNvSpPr/>
          <p:nvPr/>
        </p:nvSpPr>
        <p:spPr>
          <a:xfrm>
            <a:off x="573838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3838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8" name="Oval 67"/>
          <p:cNvSpPr/>
          <p:nvPr/>
        </p:nvSpPr>
        <p:spPr>
          <a:xfrm>
            <a:off x="7611000" y="495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11000" y="504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70" name="Oval 69"/>
          <p:cNvSpPr/>
          <p:nvPr/>
        </p:nvSpPr>
        <p:spPr>
          <a:xfrm>
            <a:off x="948362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8362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72" name="Oval 71"/>
          <p:cNvSpPr/>
          <p:nvPr/>
        </p:nvSpPr>
        <p:spPr>
          <a:xfrm>
            <a:off x="1135624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5624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