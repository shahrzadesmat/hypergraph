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00000"/>
            <a:ext cx="11430000" cy="11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00000"/>
            <a:ext cx="150000" cy="1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760" y="1330000"/>
            <a:ext cx="720000" cy="7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760" y="139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5760" y="123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Not all blocks are needed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barely change the output — they could be removed ENTIRELY, not just shrunk. Uniform pruning keeps every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0000"/>
            <a:ext cx="11430000" cy="11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460000"/>
            <a:ext cx="150000" cy="11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760" y="2690000"/>
            <a:ext cx="720000" cy="72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760" y="275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5760" y="259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A300"/>
                </a:solidFill>
                <a:latin typeface="Calibri"/>
              </a:rPr>
              <a:t>Blocks differ in importance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A critical block and a near-redundant block get the SAME ratio. We over-prune the important one and waste budget on the redundant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20000"/>
            <a:ext cx="11430000" cy="11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20000"/>
            <a:ext cx="1500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760" y="4050000"/>
            <a:ext cx="720000" cy="7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60" y="411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5760" y="395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68B5"/>
                </a:solidFill>
                <a:latin typeface="Calibri"/>
              </a:rPr>
              <a:t>Blocks are functionally coupled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rise and fall in importance together. Their pruning decisions should influence each other — uniform pruning treats every block in isolation.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0576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3584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592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076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76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4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7584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084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1084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9084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0592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592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6092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92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2092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3600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3600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9100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7100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5100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5600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8608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1616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72600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726000" y="1550000"/>
            <a:ext cx="459024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31624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571120" y="133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825608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56080" y="1550000"/>
            <a:ext cx="306016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31624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36160" y="133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44" name="Oval 43"/>
          <p:cNvSpPr/>
          <p:nvPr/>
        </p:nvSpPr>
        <p:spPr>
          <a:xfrm>
            <a:off x="6396000" y="1980000"/>
            <a:ext cx="660000" cy="66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9600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5100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3100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1100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926080" y="1980000"/>
            <a:ext cx="660000" cy="66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2608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108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6108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34108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456160" y="1980000"/>
            <a:ext cx="660000" cy="66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56160" y="2110000"/>
            <a:ext cx="66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96160" y="2670000"/>
            <a:ext cx="78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57" name="Oval 56"/>
          <p:cNvSpPr/>
          <p:nvPr/>
        </p:nvSpPr>
        <p:spPr>
          <a:xfrm>
            <a:off x="10986240" y="1980000"/>
            <a:ext cx="660000" cy="66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8624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04124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2124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40124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