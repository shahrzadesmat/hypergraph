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Method in the Same View: Extending Isomorphic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Pretrained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60" y="281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760" y="291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all blocks kept,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one uniform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+ S_min  (depth)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0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5760" y="1560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95760" y="218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0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0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0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5760" y="343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B2 removed entirely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(S &lt; S_min)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+ θ  (groups)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78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7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7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2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groups → own ratio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green r↓ , red r↑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+ α  (coupling)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976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15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0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6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15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0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6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6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6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0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1465760" y="1790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585760" y="1790000"/>
            <a:ext cx="0" cy="625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65760" y="2415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615760" y="19925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couple same group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B0–B1  (edge E_f)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218000"/>
            <a:ext cx="1143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Same column view as the field's — but each step here is OUR addition. Turn all three off (no removal, one group, no edges) → back to isomorphic pruning.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Pruning: Depth + Per-Group Width + Coupling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300"/>
                </a:solidFill>
                <a:latin typeface="Calibri"/>
              </a:rPr>
              <a:t>Heterogeneous by design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Same two structure types (Attn, MLP), but the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ratio now varies block-to-block: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C0504D"/>
                </a:solidFill>
                <a:latin typeface="Calibri"/>
              </a:rPr>
              <a:t>• S_min — remove low-sensitivity blocks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(here blocks 3, 4, 5 are deleted)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70AD47"/>
                </a:solidFill>
                <a:latin typeface="Calibri"/>
              </a:rPr>
              <a:t>• θ — each importance group its own ratio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green = important → pruned less (thin slice)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red = redundant → pruned more (thick slice)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FFA300"/>
                </a:solidFill>
                <a:latin typeface="Calibri"/>
              </a:rPr>
              <a:t>• α — functional edges couple similar blocks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Residual stream (embed dim) still never cut —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only block internals shrink, just like isomorphic.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A300"/>
                </a:solidFill>
                <a:latin typeface="Calibri"/>
              </a:rPr>
              <a:t>Same MAC budget — spent where it costs least.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treated by importance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0000" y="1350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00000" y="135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0800" y="1350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5000" y="135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13500" y="1350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0000" y="139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0 · Attn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5000" y="139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10000" y="170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0000" y="170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70800" y="170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5000" y="170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13500" y="170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0000" y="174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 · 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5000" y="174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0000" y="2062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0000" y="206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70800" y="2062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5000" y="206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13500" y="2062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0000" y="210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2 · Attn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000" y="210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0000" y="2418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0" y="2448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3   ✕ removed  (S &lt; S_min)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0000" y="2774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000" y="2804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4   ✕ removed  (S &lt; S_min)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0000" y="3130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000" y="3160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5   ✕ removed  (S &lt; S_min)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000" y="3486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00000" y="348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49500" y="3486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25000" y="348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16250" y="3486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000" y="352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6 · Attn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5000" y="352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10000" y="3842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00000" y="384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49500" y="3842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25000" y="384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16250" y="3842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0000" y="388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7 · Attn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5000" y="388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0000" y="4198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00000" y="4198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49500" y="4198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25000" y="4198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16250" y="4198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0000" y="4238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8 ·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5000" y="4238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10000" y="4554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0000" y="4554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9500" y="4554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25000" y="4554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16250" y="4554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0000" y="4594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9 · Attn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75000" y="4594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0000" y="4910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00000" y="491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9500" y="4910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25000" y="491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6250" y="4910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50000" y="495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10 · Attn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75000" y="495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10000" y="526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00000" y="526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70800" y="526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25000" y="526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913500" y="526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50000" y="530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11 · Attn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75000" y="530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350000" y="1500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480000" y="1500000"/>
            <a:ext cx="0" cy="356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0350000" y="1856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510000" y="15680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00000" y="5642000"/>
            <a:ext cx="58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thin slice = pruned less (green) · thick slice = pruned more (red) · grey = removed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00000"/>
            <a:ext cx="11430000" cy="11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00000"/>
            <a:ext cx="150000" cy="1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760" y="1330000"/>
            <a:ext cx="720000" cy="7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760" y="1390000"/>
            <a:ext cx="72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5760" y="1230000"/>
            <a:ext cx="993000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504D"/>
                </a:solidFill>
                <a:latin typeface="Calibri"/>
              </a:rPr>
              <a:t>Not all blocks are needed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525252"/>
                </a:solidFill>
                <a:latin typeface="Calibri"/>
              </a:rPr>
              <a:t>Some blocks barely change the output — they could be removed ENTIRELY, not just shrunk. Uniform pruning keeps every block.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60000"/>
            <a:ext cx="11430000" cy="11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460000"/>
            <a:ext cx="150000" cy="11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760" y="2690000"/>
            <a:ext cx="720000" cy="72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760" y="2750000"/>
            <a:ext cx="72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5760" y="2590000"/>
            <a:ext cx="993000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A300"/>
                </a:solidFill>
                <a:latin typeface="Calibri"/>
              </a:rPr>
              <a:t>Blocks differ in importance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525252"/>
                </a:solidFill>
                <a:latin typeface="Calibri"/>
              </a:rPr>
              <a:t>A critical block and a near-redundant block get the SAME ratio. We over-prune the important one and waste budget on the redundant 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20000"/>
            <a:ext cx="11430000" cy="11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820000"/>
            <a:ext cx="1500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5760" y="4050000"/>
            <a:ext cx="720000" cy="7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760" y="4110000"/>
            <a:ext cx="72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5760" y="3950000"/>
            <a:ext cx="9930000" cy="9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68B5"/>
                </a:solidFill>
                <a:latin typeface="Calibri"/>
              </a:rPr>
              <a:t>Blocks are functionally coupled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525252"/>
                </a:solidFill>
                <a:latin typeface="Calibri"/>
              </a:rPr>
              <a:t>Some blocks rise and fall in importance together. Their pruning decisions should influence each other — uniform pruning treats every block in isolation.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576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4250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1925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Oval 11"/>
          <p:cNvSpPr/>
          <p:nvPr/>
        </p:nvSpPr>
        <p:spPr>
          <a:xfrm>
            <a:off x="2022506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250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4" name="Oval 13"/>
          <p:cNvSpPr/>
          <p:nvPr/>
        </p:nvSpPr>
        <p:spPr>
          <a:xfrm>
            <a:off x="3499252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9252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16" name="Oval 15"/>
          <p:cNvSpPr/>
          <p:nvPr/>
        </p:nvSpPr>
        <p:spPr>
          <a:xfrm>
            <a:off x="4975998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599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1600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274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949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06000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06000" y="1510000"/>
            <a:ext cx="4430238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36238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282746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82746" y="1720000"/>
            <a:ext cx="2953492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36238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96000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600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32" name="Oval 31"/>
          <p:cNvSpPr/>
          <p:nvPr/>
        </p:nvSpPr>
        <p:spPr>
          <a:xfrm>
            <a:off x="7872746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74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34" name="Oval 33"/>
          <p:cNvSpPr/>
          <p:nvPr/>
        </p:nvSpPr>
        <p:spPr>
          <a:xfrm>
            <a:off x="9349492" y="1980000"/>
            <a:ext cx="820000" cy="82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9492" y="2170000"/>
            <a:ext cx="8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9492" y="2840000"/>
            <a:ext cx="9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37" name="Oval 36"/>
          <p:cNvSpPr/>
          <p:nvPr/>
        </p:nvSpPr>
        <p:spPr>
          <a:xfrm>
            <a:off x="10826238" y="1980000"/>
            <a:ext cx="820000" cy="8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23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1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8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5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3576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20838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8100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53620" y="165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3838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3838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1100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1100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48362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8362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56240" y="141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56240" y="153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320000"/>
            <a:ext cx="110000" cy="8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33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35760" y="283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208380" y="2830000"/>
            <a:ext cx="3275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53620" y="283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Oval 28"/>
          <p:cNvSpPr/>
          <p:nvPr/>
        </p:nvSpPr>
        <p:spPr>
          <a:xfrm>
            <a:off x="573838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3838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1" name="Oval 30"/>
          <p:cNvSpPr/>
          <p:nvPr/>
        </p:nvSpPr>
        <p:spPr>
          <a:xfrm>
            <a:off x="7611000" y="2595000"/>
            <a:ext cx="470000" cy="47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1000" y="2680000"/>
            <a:ext cx="47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3" name="Oval 32"/>
          <p:cNvSpPr/>
          <p:nvPr/>
        </p:nvSpPr>
        <p:spPr>
          <a:xfrm>
            <a:off x="948362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8362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5" name="Oval 34"/>
          <p:cNvSpPr/>
          <p:nvPr/>
        </p:nvSpPr>
        <p:spPr>
          <a:xfrm>
            <a:off x="11356240" y="2595000"/>
            <a:ext cx="470000" cy="47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356240" y="271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380000"/>
            <a:ext cx="11430000" cy="11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3500000"/>
            <a:ext cx="110000" cy="8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5760" y="351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{B0,B4} high → pruned less,  {B1,B3} low → pruned more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35760" y="401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208380" y="4010000"/>
            <a:ext cx="3275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953620" y="401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865760" y="377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6576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45" name="Oval 44"/>
          <p:cNvSpPr/>
          <p:nvPr/>
        </p:nvSpPr>
        <p:spPr>
          <a:xfrm>
            <a:off x="5738380" y="377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3838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47" name="Oval 46"/>
          <p:cNvSpPr/>
          <p:nvPr/>
        </p:nvSpPr>
        <p:spPr>
          <a:xfrm>
            <a:off x="7611000" y="3775000"/>
            <a:ext cx="470000" cy="47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11000" y="3860000"/>
            <a:ext cx="47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49" name="Oval 48"/>
          <p:cNvSpPr/>
          <p:nvPr/>
        </p:nvSpPr>
        <p:spPr>
          <a:xfrm>
            <a:off x="9483620" y="377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8362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51" name="Oval 50"/>
          <p:cNvSpPr/>
          <p:nvPr/>
        </p:nvSpPr>
        <p:spPr>
          <a:xfrm>
            <a:off x="11356240" y="377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56240" y="389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680000"/>
            <a:ext cx="110000" cy="8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5760" y="4690000"/>
            <a:ext cx="3000000" cy="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link similar blocks: B0–B4 and B1–B3 boost each other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335760" y="519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208380" y="5190000"/>
            <a:ext cx="3275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953620" y="5190000"/>
            <a:ext cx="14026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100760" y="4655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00760" y="4655000"/>
            <a:ext cx="749048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1591240" y="4655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973380" y="4805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973380" y="4805000"/>
            <a:ext cx="374524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718620" y="4805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3865760" y="495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6576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66" name="Oval 65"/>
          <p:cNvSpPr/>
          <p:nvPr/>
        </p:nvSpPr>
        <p:spPr>
          <a:xfrm>
            <a:off x="5738380" y="495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3838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8" name="Oval 67"/>
          <p:cNvSpPr/>
          <p:nvPr/>
        </p:nvSpPr>
        <p:spPr>
          <a:xfrm>
            <a:off x="7611000" y="4955000"/>
            <a:ext cx="470000" cy="47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11000" y="5040000"/>
            <a:ext cx="47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70" name="Oval 69"/>
          <p:cNvSpPr/>
          <p:nvPr/>
        </p:nvSpPr>
        <p:spPr>
          <a:xfrm>
            <a:off x="9483620" y="4955000"/>
            <a:ext cx="470000" cy="47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48362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72" name="Oval 71"/>
          <p:cNvSpPr/>
          <p:nvPr/>
        </p:nvSpPr>
        <p:spPr>
          <a:xfrm>
            <a:off x="11356240" y="4955000"/>
            <a:ext cx="470000" cy="47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356240" y="5070000"/>
            <a:ext cx="4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