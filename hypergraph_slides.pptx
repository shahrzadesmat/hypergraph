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8" r:id="rId19"/>
    <p:sldId id="269" r:id="rId20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500" b="1">
                <a:solidFill>
                  <a:srgbClr val="C0504D"/>
                </a:solidFill>
                <a:latin typeface="Calibri"/>
              </a:rPr>
              <a:t>local</a:t>
            </a:r>
            <a:r>
              <a:rPr sz="15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</a:t>
            </a:r>
            <a:r>
              <a:rPr sz="1200" b="1">
                <a:solidFill>
                  <a:srgbClr val="1A1A1A"/>
                </a:solidFill>
                <a:latin typeface="Calibri"/>
              </a:rPr>
              <a:t>Δ end-to-end output ÷ Δ local output</a:t>
            </a:r>
            <a:r>
              <a:rPr sz="1200" b="0">
                <a:solidFill>
                  <a:srgbClr val="525252"/>
                </a:solidFill>
                <a:latin typeface="Calibri"/>
              </a:rPr>
              <a:t>   ( = how much that layer's error blows up by the time it reaches the logits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-594359"/>
            <a:ext cx="960120" cy="283464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-88696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-26404"/>
            <a:ext cx="960120" cy="22666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57400" y="-31901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54789"/>
            <a:ext cx="960120" cy="218549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-23781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719254"/>
            <a:ext cx="960120" cy="1521025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42664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340091"/>
            <a:ext cx="960120" cy="90018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047483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1396623"/>
            <a:ext cx="960120" cy="843656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1104015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594228"/>
            <a:ext cx="960120" cy="646051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13016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1805490"/>
            <a:ext cx="960120" cy="43478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51288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80" y="227685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3317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(Δe2e / Δlocal)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166360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0504D"/>
                </a:solidFill>
                <a:latin typeface="Calibri"/>
              </a:rPr>
              <a:t>early layers  →  amplify ~30×</a:t>
            </a:r>
            <a:r>
              <a:rPr sz="1100" b="1">
                <a:solidFill>
                  <a:srgbClr val="0068B5"/>
                </a:solidFill>
                <a:latin typeface="Calibri"/>
              </a:rPr>
              <a:t>        late layers  →  damp (&lt;1×)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97880"/>
            <a:ext cx="11430000" cy="65836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97880"/>
            <a:ext cx="146304" cy="65836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61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5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5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11430000" cy="124358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6304" cy="1243584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64792"/>
            <a:ext cx="676656" cy="676656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922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6459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0482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ι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52928"/>
            <a:ext cx="11430000" cy="124358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852928"/>
            <a:ext cx="146304" cy="1243584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136392"/>
            <a:ext cx="676656" cy="676656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1638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175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4198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24528"/>
            <a:ext cx="11430000" cy="1243584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224528"/>
            <a:ext cx="146304" cy="12435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507992"/>
            <a:ext cx="676656" cy="676656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5354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3891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7914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Final block (layers 28–31)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97880"/>
            <a:ext cx="1143000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46304" cy="65836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61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stream. 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 — exactly what per-layer greedy methods cannot solve.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5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5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5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5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190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664208"/>
            <a:ext cx="2709284" cy="420624"/>
          </a:xfrm>
          <a:prstGeom prst="roundRect">
            <a:avLst/>
          </a:prstGeom>
          <a:solidFill>
            <a:srgbClr val="52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1244" y="170078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25252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304288"/>
            <a:ext cx="685800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09960" y="2340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9923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 (SOTA)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44368"/>
            <a:ext cx="5741948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93908" y="29809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 (amplification-joint)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5505329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57289" y="36210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20624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17720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617720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0001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617720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617720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70001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05272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605272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6928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FLAT-LLM’s angular BI protects boundary layers (0, 31, high residual rotation);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To shrink a model, low-rank methods replace each layer's FFN with a </a:t>
            </a:r>
            <a:r>
              <a:rPr sz="15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500" b="1">
                <a:solidFill>
                  <a:srgbClr val="1A1A1A"/>
                </a:solidFill>
                <a:latin typeface="Calibri"/>
              </a:rPr>
              <a:t> that keeps only its most useful directions.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11430000" cy="124358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6304" cy="1243584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64792"/>
            <a:ext cx="676656" cy="676656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922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6459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0482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Each FFN is approximated by a low-rank factor in activation space (keep the top-k PCA directions of its hidden units).  Fewer directions = less compute.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52928"/>
            <a:ext cx="11430000" cy="1243584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852928"/>
            <a:ext cx="146304" cy="1243584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136392"/>
            <a:ext cx="676656" cy="676656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1638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30175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4198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 fixed total rank is shared across all 32 layers.  The core question: how much rank does each layer get?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24528"/>
            <a:ext cx="11430000" cy="1243584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224528"/>
            <a:ext cx="146304" cy="12435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507992"/>
            <a:ext cx="676656" cy="676656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535424"/>
            <a:ext cx="6766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3891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0504D"/>
                </a:solidFill>
                <a:latin typeface="Calibri"/>
              </a:rPr>
              <a:t>The allocation (FLAT-LLM)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79145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Score each layer by a LOCAL importance — FLAT-LLM uses angular Block-Influence: how much that block rotates the residual.  Give rank in proportion (IPRS).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97880"/>
            <a:ext cx="1143000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46304" cy="65836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6188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and each layer allocated independently.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The Weakness We Cure:  Layers Are Scored in Isolation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 local, per-layer score cannot see how a layer's compression error </a:t>
            </a:r>
            <a:r>
              <a:rPr sz="1500" b="1">
                <a:solidFill>
                  <a:srgbClr val="C0504D"/>
                </a:solidFill>
                <a:latin typeface="Calibri"/>
              </a:rPr>
              <a:t>travels through the rest of the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5623560" cy="36118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46304" cy="36118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0504D"/>
                </a:solidFill>
                <a:latin typeface="Calibri"/>
              </a:rPr>
              <a:t>The blind spot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Transformer layers form a chain through the residual stream.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An error introduced when compressing an </a:t>
            </a:r>
            <a:r>
              <a:rPr sz="1300" b="1">
                <a:solidFill>
                  <a:srgbClr val="1A1A1A"/>
                </a:solidFill>
                <a:latin typeface="Calibri"/>
              </a:rPr>
              <a:t>early</a:t>
            </a:r>
            <a:r>
              <a:rPr sz="1300" b="0">
                <a:solidFill>
                  <a:srgbClr val="525252"/>
                </a:solidFill>
                <a:latin typeface="Calibri"/>
              </a:rPr>
              <a:t> layer does not stay local — it </a:t>
            </a:r>
            <a:r>
              <a:rPr sz="1300" b="1">
                <a:solidFill>
                  <a:srgbClr val="C0504D"/>
                </a:solidFill>
                <a:latin typeface="Calibri"/>
              </a:rPr>
              <a:t>propagates and amplifies</a:t>
            </a:r>
            <a:r>
              <a:rPr sz="1300" b="0">
                <a:solidFill>
                  <a:srgbClr val="525252"/>
                </a:solidFill>
                <a:latin typeface="Calibri"/>
              </a:rPr>
              <a:t> downstream (we measure up to ~30× by the output).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 local score (reconstruction error, block-influence) is computed at </a:t>
            </a:r>
            <a:r>
              <a:rPr sz="1300" b="1">
                <a:solidFill>
                  <a:srgbClr val="1A1A1A"/>
                </a:solidFill>
                <a:latin typeface="Calibri"/>
              </a:rPr>
              <a:t>one layer in isolation</a:t>
            </a:r>
            <a:r>
              <a:rPr sz="1300" b="0">
                <a:solidFill>
                  <a:srgbClr val="525252"/>
                </a:solidFill>
                <a:latin typeface="Calibri"/>
              </a:rPr>
              <a:t> — it is structurally blind to this propagation.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81328"/>
            <a:ext cx="5623560" cy="3611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481328"/>
            <a:ext cx="146304" cy="3611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8B57"/>
                </a:solidFill>
                <a:latin typeface="Calibri"/>
              </a:rPr>
              <a:t>Our cure  (the novelty)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downstream impact</a:t>
            </a:r>
            <a:r>
              <a:rPr sz="1300" b="0">
                <a:solidFill>
                  <a:srgbClr val="525252"/>
                </a:solidFill>
                <a:latin typeface="Calibri"/>
              </a:rPr>
              <a:t>, not local importance.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• Measure each layer's </a:t>
            </a:r>
            <a:r>
              <a:rPr sz="1300" b="1">
                <a:solidFill>
                  <a:srgbClr val="2E8B57"/>
                </a:solidFill>
                <a:latin typeface="Calibri"/>
              </a:rPr>
              <a:t>error amplification</a:t>
            </a:r>
            <a:r>
              <a:rPr sz="1300" b="0">
                <a:solidFill>
                  <a:srgbClr val="525252"/>
                </a:solidFill>
                <a:latin typeface="Calibri"/>
              </a:rPr>
              <a:t> to the final output.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• Account for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525252"/>
                </a:solidFill>
                <a:latin typeface="Calibri"/>
              </a:rPr>
              <a:t> (errors interact; allocate jointly, not greedily).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Protect layers whose errors blow up;  compress hard where they damp.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257800"/>
            <a:ext cx="11430000" cy="960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5257800"/>
            <a:ext cx="146304" cy="9601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Novelty in one line:  </a:t>
            </a:r>
            <a:r>
              <a:rPr sz="1300" b="1">
                <a:solidFill>
                  <a:srgbClr val="1A1A1A"/>
                </a:solidFill>
                <a:latin typeface="Calibri"/>
              </a:rPr>
              <a:t>the first error-propagation-aware, cross-layer-coupled rank allocation for low-rank LLM compression.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Everything prior allocates per layer in isolation; we allocate over the propagation graph.  </a:t>
            </a:r>
            <a:r>
              <a:rPr sz="1200" b="0">
                <a:solidFill>
                  <a:srgbClr val="2E8B57"/>
                </a:solidFill>
                <a:latin typeface="Calibri"/>
              </a:rPr>
              <a:t>(Result on the next slides: beats FLAT-LLM at the same budget.)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