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00000"/>
            <a:ext cx="11430000" cy="11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00000"/>
            <a:ext cx="150000" cy="1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760" y="1330000"/>
            <a:ext cx="720000" cy="7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760" y="139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5760" y="123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Not all blocks are needed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barely change the output — they could be removed ENTIRELY, not just shrunk. Uniform pruning keeps every block.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0000"/>
            <a:ext cx="11430000" cy="11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460000"/>
            <a:ext cx="150000" cy="11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760" y="2690000"/>
            <a:ext cx="720000" cy="72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760" y="275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5760" y="259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A300"/>
                </a:solidFill>
                <a:latin typeface="Calibri"/>
              </a:rPr>
              <a:t>Blocks differ in importance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A critical block and a near-redundant block get the SAME ratio. We over-prune the important one and waste budget on the redundant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20000"/>
            <a:ext cx="11430000" cy="11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20000"/>
            <a:ext cx="1500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760" y="4050000"/>
            <a:ext cx="720000" cy="7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60" y="411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5760" y="395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68B5"/>
                </a:solidFill>
                <a:latin typeface="Calibri"/>
              </a:rPr>
              <a:t>Blocks are functionally coupled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rise and fall in importance together. Their pruning decisions should influence each other — uniform pruning treats every block in isolation.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0576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3584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26592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076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76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4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7584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084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1084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9084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0592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592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6092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92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2092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36000" y="1980000"/>
            <a:ext cx="660000" cy="66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3600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9100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7100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5100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5600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8608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16160" y="2310000"/>
            <a:ext cx="870080" cy="0"/>
          </a:xfrm>
          <a:prstGeom prst="bentConnector3">
            <a:avLst/>
          </a:prstGeom>
          <a:ln w="2032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72600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726000" y="1550000"/>
            <a:ext cx="459024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31624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571120" y="133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825608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256080" y="1550000"/>
            <a:ext cx="306016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316240" y="1550000"/>
            <a:ext cx="0" cy="43000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36160" y="133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44" name="Oval 43"/>
          <p:cNvSpPr/>
          <p:nvPr/>
        </p:nvSpPr>
        <p:spPr>
          <a:xfrm>
            <a:off x="6396000" y="1980000"/>
            <a:ext cx="660000" cy="66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9600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5100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3100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1100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926080" y="1980000"/>
            <a:ext cx="660000" cy="66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2608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8108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6108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34108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456160" y="1980000"/>
            <a:ext cx="660000" cy="66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56160" y="2110000"/>
            <a:ext cx="66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96160" y="2670000"/>
            <a:ext cx="78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57" name="Oval 56"/>
          <p:cNvSpPr/>
          <p:nvPr/>
        </p:nvSpPr>
        <p:spPr>
          <a:xfrm>
            <a:off x="10986240" y="1980000"/>
            <a:ext cx="660000" cy="66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86240" y="2160000"/>
            <a:ext cx="6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041240" y="271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221240" y="271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401240" y="271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8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5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3576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20838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8100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5362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3838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838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1100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100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48362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8362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5624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5624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20000"/>
            <a:ext cx="110000" cy="8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33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3576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208380" y="283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5362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Oval 28"/>
          <p:cNvSpPr/>
          <p:nvPr/>
        </p:nvSpPr>
        <p:spPr>
          <a:xfrm>
            <a:off x="573838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3838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1" name="Oval 30"/>
          <p:cNvSpPr/>
          <p:nvPr/>
        </p:nvSpPr>
        <p:spPr>
          <a:xfrm>
            <a:off x="7611000" y="259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1000" y="268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3" name="Oval 32"/>
          <p:cNvSpPr/>
          <p:nvPr/>
        </p:nvSpPr>
        <p:spPr>
          <a:xfrm>
            <a:off x="948362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8362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5" name="Oval 34"/>
          <p:cNvSpPr/>
          <p:nvPr/>
        </p:nvSpPr>
        <p:spPr>
          <a:xfrm>
            <a:off x="1135624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5624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8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500000"/>
            <a:ext cx="110000" cy="8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760" y="351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{B0,B4} high → pruned less,  {B1,B3} low → pruned more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3576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208380" y="401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5362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86576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6576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45" name="Oval 44"/>
          <p:cNvSpPr/>
          <p:nvPr/>
        </p:nvSpPr>
        <p:spPr>
          <a:xfrm>
            <a:off x="573838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3838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47" name="Oval 46"/>
          <p:cNvSpPr/>
          <p:nvPr/>
        </p:nvSpPr>
        <p:spPr>
          <a:xfrm>
            <a:off x="7611000" y="377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11000" y="386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49" name="Oval 48"/>
          <p:cNvSpPr/>
          <p:nvPr/>
        </p:nvSpPr>
        <p:spPr>
          <a:xfrm>
            <a:off x="948362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362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51" name="Oval 50"/>
          <p:cNvSpPr/>
          <p:nvPr/>
        </p:nvSpPr>
        <p:spPr>
          <a:xfrm>
            <a:off x="1135624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5624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680000"/>
            <a:ext cx="110000" cy="8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5760" y="469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link similar blocks: B0–B4 and B1–B3 boost each other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33576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208380" y="519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95362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00760" y="4725000"/>
            <a:ext cx="0" cy="23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0760" y="4725000"/>
            <a:ext cx="749048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591240" y="4725000"/>
            <a:ext cx="0" cy="23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73380" y="4725000"/>
            <a:ext cx="0" cy="23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973380" y="4725000"/>
            <a:ext cx="374524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718620" y="4725000"/>
            <a:ext cx="0" cy="23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386576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6576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66" name="Oval 65"/>
          <p:cNvSpPr/>
          <p:nvPr/>
        </p:nvSpPr>
        <p:spPr>
          <a:xfrm>
            <a:off x="573838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3838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8" name="Oval 67"/>
          <p:cNvSpPr/>
          <p:nvPr/>
        </p:nvSpPr>
        <p:spPr>
          <a:xfrm>
            <a:off x="7611000" y="495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11000" y="504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70" name="Oval 69"/>
          <p:cNvSpPr/>
          <p:nvPr/>
        </p:nvSpPr>
        <p:spPr>
          <a:xfrm>
            <a:off x="948362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8362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72" name="Oval 71"/>
          <p:cNvSpPr/>
          <p:nvPr/>
        </p:nvSpPr>
        <p:spPr>
          <a:xfrm>
            <a:off x="1135624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5624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