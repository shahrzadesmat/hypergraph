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by its block-influence — how much it changes the residual (the angle between what goes in and what comes out). More influence → keep more rank.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Low-Rank vs. Other Structured Pruning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are “structured” pruning (regular, hardware-friendly shapes) — they differ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what they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184708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847088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Remove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Delete whole </a:t>
            </a:r>
            <a:r>
              <a:rPr sz="1300" b="1">
                <a:solidFill>
                  <a:srgbClr val="1A1A1A"/>
                </a:solidFill>
                <a:latin typeface="Calibri"/>
              </a:rPr>
              <a:t>channels, attention heads, or blocks</a:t>
            </a:r>
            <a:r>
              <a:rPr sz="1300" b="0">
                <a:solidFill>
                  <a:srgbClr val="525252"/>
                </a:solidFill>
                <a:latin typeface="Calibri"/>
              </a:rPr>
              <a:t>.  The units left behind are the originals,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97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A300"/>
                </a:solidFill>
                <a:latin typeface="Calibri"/>
              </a:rPr>
              <a:t>‹ the ViT channel / block pruning earlier in this talk 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623560" cy="184708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146304" cy="184708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Reduce rank   (these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 no clean subset.  Replace a weight matrix  </a:t>
            </a:r>
            <a:r>
              <a:rPr sz="1300" b="1">
                <a:solidFill>
                  <a:srgbClr val="1A1A1A"/>
                </a:solidFill>
                <a:latin typeface="Calibri"/>
              </a:rPr>
              <a:t>W ≈ A · B</a:t>
            </a:r>
            <a:r>
              <a:rPr sz="1300" b="0">
                <a:solidFill>
                  <a:srgbClr val="525252"/>
                </a:solidFill>
                <a:latin typeface="Calibri"/>
              </a:rPr>
              <a:t>  with two smaller matrices — keeping a low-dimensional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rotated subspace</a:t>
            </a:r>
            <a:r>
              <a:rPr sz="1300" b="0">
                <a:solidFill>
                  <a:srgbClr val="525252"/>
                </a:solidFill>
                <a:latin typeface="Calibri"/>
              </a:rPr>
              <a:t> (mixtures of neurons).   “Rank” = the inner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64992"/>
            <a:ext cx="11430000" cy="120700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64992"/>
            <a:ext cx="146304" cy="12070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456432"/>
            <a:ext cx="109728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04D"/>
                </a:solidFill>
                <a:latin typeface="Calibri"/>
              </a:rPr>
              <a:t>The weakness both share:  </a:t>
            </a:r>
            <a:r>
              <a:rPr sz="1300" b="0">
                <a:solidFill>
                  <a:srgbClr val="1A1A1A"/>
                </a:solidFill>
                <a:latin typeface="Calibri"/>
              </a:rPr>
              <a:t>either way, the method decides </a:t>
            </a:r>
            <a:r>
              <a:rPr sz="1300" b="1">
                <a:solidFill>
                  <a:srgbClr val="1A1A1A"/>
                </a:solidFill>
                <a:latin typeface="Calibri"/>
              </a:rPr>
              <a:t>per layer how much to cut</a:t>
            </a:r>
            <a:r>
              <a:rPr sz="1300" b="0">
                <a:solidFill>
                  <a:srgbClr val="1A1A1A"/>
                </a:solidFill>
                <a:latin typeface="Calibri"/>
              </a:rPr>
              <a:t>, from a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score (importance / reconstruction at that layer alone).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It is blind to how an </a:t>
            </a:r>
            <a:r>
              <a:rPr sz="1300" b="1">
                <a:solidFill>
                  <a:srgbClr val="C0504D"/>
                </a:solidFill>
                <a:latin typeface="Calibri"/>
              </a:rPr>
              <a:t>early layer's error amplifies downstream</a:t>
            </a:r>
            <a:r>
              <a:rPr sz="1300" b="0">
                <a:solidFill>
                  <a:srgbClr val="525252"/>
                </a:solidFill>
                <a:latin typeface="Calibri"/>
              </a:rPr>
              <a:t> (~30× by the output) — the chain is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18304"/>
            <a:ext cx="11430000" cy="1325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18304"/>
            <a:ext cx="146304" cy="1325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9744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Our approach:  </a:t>
            </a:r>
            <a:r>
              <a:rPr sz="1300" b="0">
                <a:solidFill>
                  <a:srgbClr val="1A1A1A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2E8B57"/>
                </a:solidFill>
                <a:latin typeface="Calibri"/>
              </a:rPr>
              <a:t>downstream amplification</a:t>
            </a:r>
            <a:r>
              <a:rPr sz="1300" b="0">
                <a:solidFill>
                  <a:srgbClr val="1A1A1A"/>
                </a:solidFill>
                <a:latin typeface="Calibri"/>
              </a:rPr>
              <a:t> and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1A1A1A"/>
                </a:solidFill>
                <a:latin typeface="Calibri"/>
              </a:rPr>
              <a:t>, not a purely local per-layer score.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Protect layers whose errors blow up; compress hard where they damp.   </a:t>
            </a:r>
            <a:r>
              <a:rPr sz="1300" b="1">
                <a:solidFill>
                  <a:srgbClr val="1A1A1A"/>
                </a:solidFill>
                <a:latin typeface="Calibri"/>
              </a:rPr>
              <a:t>Empirically: beats FLAT-LLM at the same budget (next slide).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How the Three Methods Allocate the Rank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Every method spends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same total rank</a:t>
            </a:r>
            <a:r>
              <a:rPr sz="1400" b="1">
                <a:solidFill>
                  <a:srgbClr val="1A1A1A"/>
                </a:solidFill>
                <a:latin typeface="Calibri"/>
              </a:rPr>
              <a:t> — they differ only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which layers get more.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3685032" cy="4434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3685032" cy="91440"/>
          </a:xfrm>
          <a:prstGeom prst="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Uniform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Give every layer the same rank.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8947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750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57814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637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66682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24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75549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84109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84417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297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93284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0184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02152" y="3858768"/>
            <a:ext cx="274320" cy="640080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E9E9E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Uses no signal at all — the naive baseline.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38244" y="1389888"/>
            <a:ext cx="3685032" cy="44348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38244" y="1389888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9412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FLAT-LLM  (SOTA)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9412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Rank set by block-influence (how much a layer rotates the residual).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2564" y="3218688"/>
            <a:ext cx="274320" cy="1280160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21124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21431" y="3705148"/>
            <a:ext cx="274320" cy="793699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29991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30298" y="3705148"/>
            <a:ext cx="274320" cy="793699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885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39166" y="3794760"/>
            <a:ext cx="274320" cy="70408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47726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8033" y="3845966"/>
            <a:ext cx="274320" cy="652881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6593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6901" y="4127601"/>
            <a:ext cx="274320" cy="371246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5461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65768" y="3999585"/>
            <a:ext cx="274320" cy="499262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432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74636" y="3308299"/>
            <a:ext cx="274320" cy="1190548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83196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9412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9412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A300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Protects boundary layers (0 &amp; 31); compresses the middle.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10728" y="1389888"/>
            <a:ext cx="3685032" cy="443484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10728" y="1389888"/>
            <a:ext cx="3685032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11896" y="1591056"/>
            <a:ext cx="32826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Ours — amplification-joint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11896" y="2048256"/>
            <a:ext cx="328269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Rank set by measured downstream amplification, allocated jointly across coupled layers.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85048" y="3769156"/>
            <a:ext cx="274320" cy="729691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93608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793915" y="3346704"/>
            <a:ext cx="274320" cy="115214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702475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02782" y="3346704"/>
            <a:ext cx="274320" cy="115214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134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11650" y="3833164"/>
            <a:ext cx="274320" cy="665683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2021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20517" y="3922776"/>
            <a:ext cx="274320" cy="576072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29077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16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29385" y="3986784"/>
            <a:ext cx="274320" cy="512063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37945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24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838252" y="4025188"/>
            <a:ext cx="274320" cy="473659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46812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47120" y="4025188"/>
            <a:ext cx="274320" cy="473659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155680" y="4526280"/>
            <a:ext cx="457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0">
                <a:solidFill>
                  <a:srgbClr val="525252"/>
                </a:solidFill>
                <a:latin typeface="Calibri"/>
              </a:rPr>
              <a:t>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11896" y="4809744"/>
            <a:ext cx="3282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25252"/>
                </a:solidFill>
                <a:latin typeface="Calibri"/>
              </a:rPr>
              <a:t>rank per layer  (L0 → L31)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11896" y="5102352"/>
            <a:ext cx="3282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8B57"/>
                </a:solidFill>
                <a:latin typeface="Calibri"/>
              </a:rPr>
              <a:t>Protects:  </a:t>
            </a:r>
            <a:r>
              <a:rPr sz="1100" b="0">
                <a:solidFill>
                  <a:srgbClr val="525252"/>
                </a:solidFill>
                <a:latin typeface="Calibri"/>
              </a:rPr>
              <a:t>Protects high-impact early / mid layers (2–5); drains the damping tail.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5989320"/>
            <a:ext cx="11430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Calibri"/>
              </a:rPr>
              <a:t>Same budget, different shape — next slide: which shape gives the lowest perplexity.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00200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the full, uncompressed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645920"/>
            <a:ext cx="238417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20178" y="16824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258568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every layer gets the SAME rank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04288"/>
            <a:ext cx="603504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340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16936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(SOTA)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rank set by block-influence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962656"/>
            <a:ext cx="5052914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88922" y="2999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75304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more rank to high-amplification layers, jointly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3621024"/>
            <a:ext cx="4844689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80697" y="3657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6110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block-influence (how much a layer rotates the residual) favors boundary layers 0 &amp; 31;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The Two Importance Signals, Up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pick which layers keep the most rank — but they measure </a:t>
            </a:r>
            <a:r>
              <a:rPr sz="1400" b="1">
                <a:solidFill>
                  <a:srgbClr val="0068B5"/>
                </a:solidFill>
                <a:latin typeface="Calibri"/>
              </a:rPr>
              <a:t>very different things.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4736592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4736592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9616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Block-influence   (FLAT-LLM)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75104"/>
            <a:ext cx="498348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66543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angle( h_in , h_out )  =  arccos( cos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How much does the layer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 the residual</a:t>
            </a:r>
            <a:r>
              <a:rPr sz="1300" b="0">
                <a:solidFill>
                  <a:srgbClr val="525252"/>
                </a:solidFill>
                <a:latin typeface="Calibri"/>
              </a:rPr>
              <a:t>?  A big turn ⇒ it transforms the representation a lot ⇒ treat it as important, keep more rank.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Local</a:t>
            </a:r>
            <a:r>
              <a:rPr sz="1300" b="0">
                <a:solidFill>
                  <a:srgbClr val="525252"/>
                </a:solidFill>
                <a:latin typeface="Calibri"/>
              </a:rPr>
              <a:t> — from one layer's own input vs. output.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81728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Captures:  </a:t>
            </a:r>
            <a:r>
              <a:rPr sz="1200" b="0">
                <a:solidFill>
                  <a:srgbClr val="525252"/>
                </a:solidFill>
                <a:latin typeface="Calibri"/>
              </a:rPr>
              <a:t>how active a layer is.</a:t>
            </a:r>
          </a:p>
          <a:p>
            <a:pPr algn="l"/>
            <a:r>
              <a:rPr sz="1200" b="1">
                <a:solidFill>
                  <a:srgbClr val="C0504D"/>
                </a:solidFill>
                <a:latin typeface="Calibri"/>
              </a:rPr>
              <a:t>Misses:  </a:t>
            </a:r>
            <a:r>
              <a:rPr sz="1200" b="0">
                <a:solidFill>
                  <a:srgbClr val="525252"/>
                </a:solidFill>
                <a:latin typeface="Calibri"/>
              </a:rPr>
              <a:t>whether that layer's error actually reaches the output.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623560" cy="4736592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146304" cy="47365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99616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8B57"/>
                </a:solidFill>
                <a:latin typeface="Calibri"/>
              </a:rPr>
              <a:t>Downstream amplification   (ours)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975104"/>
            <a:ext cx="498348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66543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Δ final output  ÷  Δ this layer's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779776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How much does the layer's compression error </a:t>
            </a:r>
            <a:r>
              <a:rPr sz="1300" b="1">
                <a:solidFill>
                  <a:srgbClr val="1A1A1A"/>
                </a:solidFill>
                <a:latin typeface="Calibri"/>
              </a:rPr>
              <a:t>grow</a:t>
            </a:r>
            <a:r>
              <a:rPr sz="1300" b="0">
                <a:solidFill>
                  <a:srgbClr val="525252"/>
                </a:solidFill>
                <a:latin typeface="Calibri"/>
              </a:rPr>
              <a:t> by the time it reaches the logits?  Big ⇒ protect it;  small ⇒ safe to compress.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8B57"/>
                </a:solidFill>
                <a:latin typeface="Calibri"/>
              </a:rPr>
              <a:t>Global + joint</a:t>
            </a:r>
            <a:r>
              <a:rPr sz="1300" b="0">
                <a:solidFill>
                  <a:srgbClr val="525252"/>
                </a:solidFill>
                <a:latin typeface="Calibri"/>
              </a:rPr>
              <a:t> — layers' errors interact (banded), so ranks are set together, not greedily.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80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Captures:  </a:t>
            </a:r>
            <a:r>
              <a:rPr sz="1200" b="0">
                <a:solidFill>
                  <a:srgbClr val="525252"/>
                </a:solidFill>
                <a:latin typeface="Calibri"/>
              </a:rPr>
              <a:t>the true end-to-end cost.</a:t>
            </a:r>
          </a:p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Range:  </a:t>
            </a:r>
            <a:r>
              <a:rPr sz="1200" b="0">
                <a:solidFill>
                  <a:srgbClr val="525252"/>
                </a:solidFill>
                <a:latin typeface="Calibri"/>
              </a:rPr>
              <a:t>~30× at early layers, &lt;1× at the tail.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